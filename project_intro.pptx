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579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499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366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515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28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423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7338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827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294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562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097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AB688-0AB8-4261-995F-34A9C9B8AD6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5AA18-410E-4090-8E05-503C8B75880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444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CVXPY </a:t>
            </a: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 attractive APFs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Short Course on Convex Optimization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79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Arificial Potential Fields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512291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It’s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Motion Planning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algorithm with the following assumptions: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robot is an electric charge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Obstacles are repulsive charges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goal is an attractive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charge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problem is solved with physics, as for a real electron in a real electric field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nives\AllFolders\Focchi\Lucca\project\483753_1_En_9_Fig4_HTM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480" y="4725144"/>
            <a:ext cx="5588521" cy="179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nives\AllFolders\Focchi\Lucca\project\imag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370" y="1844824"/>
            <a:ext cx="3368631" cy="234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58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Introducing CVXPY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94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My idea define a CVXPY problem with: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cost for path length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cost inverse of obstacle distance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Robot dynamics constraints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 descr="C:\Users\nives\AllFolders\Focchi\Lucca\project\map-Pagina-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723173"/>
            <a:ext cx="3380439" cy="281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nives\AllFolders\Focchi\Lucca\project\map-Pagina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933056"/>
            <a:ext cx="3672408" cy="239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62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79</Words>
  <Application>Microsoft Office PowerPoint</Application>
  <PresentationFormat>Presentazione su schermo (4:3)</PresentationFormat>
  <Paragraphs>13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4" baseType="lpstr">
      <vt:lpstr>Tema di Office</vt:lpstr>
      <vt:lpstr>CVXPY for attractive APFs</vt:lpstr>
      <vt:lpstr>Arificial Potential Fields</vt:lpstr>
      <vt:lpstr>Introducing CVXPY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CVXPY for APF</dc:title>
  <dc:creator>nives pedretti</dc:creator>
  <cp:lastModifiedBy>nives pedretti</cp:lastModifiedBy>
  <cp:revision>11</cp:revision>
  <dcterms:created xsi:type="dcterms:W3CDTF">2026-10-07T11:25:08Z</dcterms:created>
  <dcterms:modified xsi:type="dcterms:W3CDTF">2026-10-09T09:35:13Z</dcterms:modified>
</cp:coreProperties>
</file>